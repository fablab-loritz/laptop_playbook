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8"/>
  </p:notesMasterIdLst>
  <p:sldIdLst>
    <p:sldId id="256" r:id="rId4"/>
    <p:sldId id="257" r:id="rId5"/>
    <p:sldId id="258" r:id="rId6"/>
    <p:sldId id="259" r:id="rId7"/>
  </p:sldIdLst>
  <p:sldSz cx="9144000" cy="6858000" type="screen4x3"/>
  <p:notesSz cx="6858000" cy="9144000"/>
  <p:defaultTextStyle>
    <a:defPPr>
      <a:defRPr lang="fr-FR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288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 /><Relationship Id="rId10" Type="http://schemas.openxmlformats.org/officeDocument/2006/relationships/tableStyles" Target="tableStyles.xml" /><Relationship Id="rId1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9317449" name="Espace réservé d'en-tête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226460976" name="Espace réservé pour la date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fr-FR"/>
              <a:t>10/30/2013</a:t>
            </a:fld>
            <a:endParaRPr lang="fr-FR"/>
          </a:p>
        </p:txBody>
      </p:sp>
      <p:sp>
        <p:nvSpPr>
          <p:cNvPr id="108777899" name="Espace réservé pour l'image de la diapositive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fr-FR"/>
          </a:p>
        </p:txBody>
      </p:sp>
      <p:sp>
        <p:nvSpPr>
          <p:cNvPr id="1494354461" name="Remarques Espace réservé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794092510" name="Espace réservé du pied de page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609154153" name="Espace réservé du numéro de diapositive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fr-FR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9F228E-084E-D381-1974-1F53AE0FE995}" type="slidenum">
              <a:rPr/>
              <a:t/>
            </a:fld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5016262" name="Espace réservé pour l'image de la diapositive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96323283" name="Remarques Espace réservé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>
              <a:latin typeface="Arial"/>
              <a:cs typeface="Arial"/>
            </a:endParaRPr>
          </a:p>
        </p:txBody>
      </p:sp>
      <p:sp>
        <p:nvSpPr>
          <p:cNvPr id="963160950" name="Espace réservé pour le numéro de diapositive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fr-FR"/>
              <a:t>1</a:t>
            </a:fld>
            <a:endParaRPr lang="fr-FR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4812D1-C763-FD1E-2134-407B79763118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B6A979-D084-0E77-358C-DE1F73BE56ED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Diapositive de tit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448124" name="Titre 1"/>
          <p:cNvSpPr>
            <a:spLocks noGrp="1"/>
          </p:cNvSpPr>
          <p:nvPr>
            <p:ph type="ctrTitle"/>
          </p:nvPr>
        </p:nvSpPr>
        <p:spPr bwMode="auto"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856444615" name="Sous-titre 2"/>
          <p:cNvSpPr>
            <a:spLocks noGrp="1"/>
          </p:cNvSpPr>
          <p:nvPr>
            <p:ph type="subTitle" idx="1"/>
          </p:nvPr>
        </p:nvSpPr>
        <p:spPr bwMode="auto"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fr-FR"/>
              <a:t>Modifiez le style des sous-titres du masque</a:t>
            </a:r>
            <a:endParaRPr lang="fr-FR"/>
          </a:p>
        </p:txBody>
      </p:sp>
      <p:sp>
        <p:nvSpPr>
          <p:cNvPr id="1612750757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1161106339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035207284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re et contenu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891269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708653674" name="Espace réservé du contenu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1214461959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1756028338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813203837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Titre de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4587373" name="Titre 1"/>
          <p:cNvSpPr>
            <a:spLocks noGrp="1"/>
          </p:cNvSpPr>
          <p:nvPr>
            <p:ph type="title"/>
          </p:nvPr>
        </p:nvSpPr>
        <p:spPr bwMode="auto">
          <a:xfrm>
            <a:off x="623887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771726566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623887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1659121686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1765507389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064297928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eux contenu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6317119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785854107" name="Espace réservé du contenu 2"/>
          <p:cNvSpPr>
            <a:spLocks noGrp="1"/>
          </p:cNvSpPr>
          <p:nvPr>
            <p:ph sz="half" idx="1"/>
          </p:nvPr>
        </p:nvSpPr>
        <p:spPr bwMode="auto">
          <a:xfrm>
            <a:off x="628650" y="1825625"/>
            <a:ext cx="38862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2095045097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4629149" y="1825625"/>
            <a:ext cx="38862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1599173975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672252324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505911017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a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0095421" name="Titre 1"/>
          <p:cNvSpPr>
            <a:spLocks noGrp="1"/>
          </p:cNvSpPr>
          <p:nvPr>
            <p:ph type="title"/>
          </p:nvPr>
        </p:nvSpPr>
        <p:spPr bwMode="auto">
          <a:xfrm>
            <a:off x="629841" y="365125"/>
            <a:ext cx="7886700" cy="1325563"/>
          </a:xfrm>
        </p:spPr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533406238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940252146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629841" y="2505074"/>
            <a:ext cx="3868340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77942613" name="Espace réservé du texte 4"/>
          <p:cNvSpPr>
            <a:spLocks noGrp="1"/>
          </p:cNvSpPr>
          <p:nvPr>
            <p:ph type="body" sz="quarter" idx="3"/>
          </p:nvPr>
        </p:nvSpPr>
        <p:spPr bwMode="auto">
          <a:xfrm>
            <a:off x="4629149" y="1681163"/>
            <a:ext cx="388739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233214339" name="Espace réservé du contenu 5"/>
          <p:cNvSpPr>
            <a:spLocks noGrp="1"/>
          </p:cNvSpPr>
          <p:nvPr>
            <p:ph sz="quarter" idx="4"/>
          </p:nvPr>
        </p:nvSpPr>
        <p:spPr bwMode="auto">
          <a:xfrm>
            <a:off x="4629149" y="2505074"/>
            <a:ext cx="3887390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629440907" name="Espace réservé de la date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259849913" name="Espace réservé du pied de page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530873239" name="Espace réservé du numéro de diapositive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re seu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6692535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2097811782" name="Espace réservé de la date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601553601" name="Espace réservé du pied de page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974668529" name="Espace réservé du numéro de diapositive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V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6066782" name="Espace réservé de la date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1694708663" name="Espace réservé du pied de page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499131831" name="Espace réservé du numéro de diapositive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u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9614022" name="Titre 1"/>
          <p:cNvSpPr>
            <a:spLocks noGrp="1"/>
          </p:cNvSpPr>
          <p:nvPr>
            <p:ph type="title"/>
          </p:nvPr>
        </p:nvSpPr>
        <p:spPr bwMode="auto">
          <a:xfrm>
            <a:off x="629841" y="457200"/>
            <a:ext cx="294917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421025836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3887390" y="987425"/>
            <a:ext cx="4629149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2002283060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629841" y="2057400"/>
            <a:ext cx="294917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65820580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451699322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396035490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Image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4183022" name="Titre 1"/>
          <p:cNvSpPr>
            <a:spLocks noGrp="1"/>
          </p:cNvSpPr>
          <p:nvPr>
            <p:ph type="title"/>
          </p:nvPr>
        </p:nvSpPr>
        <p:spPr bwMode="auto">
          <a:xfrm>
            <a:off x="629841" y="457200"/>
            <a:ext cx="294917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918451052" name="Espace réservé pour une image 2"/>
          <p:cNvSpPr>
            <a:spLocks noChangeAspect="1" noGrp="1"/>
          </p:cNvSpPr>
          <p:nvPr>
            <p:ph type="pic" idx="1"/>
          </p:nvPr>
        </p:nvSpPr>
        <p:spPr bwMode="auto">
          <a:xfrm>
            <a:off x="3887390" y="987425"/>
            <a:ext cx="4629149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fr-FR"/>
              <a:t>Cliquez sur l'icône pour ajouter une image</a:t>
            </a:r>
            <a:endParaRPr lang="fr-FR"/>
          </a:p>
        </p:txBody>
      </p:sp>
      <p:sp>
        <p:nvSpPr>
          <p:cNvPr id="768240789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629841" y="2057400"/>
            <a:ext cx="294917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101685117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131424346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931665925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re et texte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9955279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558193673" name="Espace réservé du texte vertical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1327862636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1057561309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91489040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itre vertical et tex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5495083" name="Titre vertical 1"/>
          <p:cNvSpPr>
            <a:spLocks noGrp="1"/>
          </p:cNvSpPr>
          <p:nvPr>
            <p:ph type="title" orient="vert"/>
          </p:nvPr>
        </p:nvSpPr>
        <p:spPr bwMode="auto">
          <a:xfrm>
            <a:off x="6543674" y="365125"/>
            <a:ext cx="1971675" cy="5811838"/>
          </a:xfrm>
        </p:spPr>
        <p:txBody>
          <a:bodyPr vert="eaVert"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959839963" name="Espace réservé du texte vertical 2"/>
          <p:cNvSpPr>
            <a:spLocks noGrp="1"/>
          </p:cNvSpPr>
          <p:nvPr>
            <p:ph type="body" orient="vert" idx="1"/>
          </p:nvPr>
        </p:nvSpPr>
        <p:spPr bwMode="auto">
          <a:xfrm>
            <a:off x="628650" y="365125"/>
            <a:ext cx="5800725" cy="5811838"/>
          </a:xfrm>
        </p:spPr>
        <p:txBody>
          <a:bodyPr vert="eaVert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155247689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167631456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50765810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2628012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265523708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526263347" name="Espace réservé de la date 3"/>
          <p:cNvSpPr>
            <a:spLocks noGrp="1"/>
          </p:cNvSpPr>
          <p:nvPr>
            <p:ph type="dt" sz="half" idx="2"/>
          </p:nvPr>
        </p:nvSpPr>
        <p:spPr bwMode="auto"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1465886254" name="Espace réservé du pied de page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27380961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6717859" name="Titr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lang="fr-FR" sz="4400" b="0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   Exemple de PowerPoint</a:t>
            </a:r>
            <a:r>
              <a:rPr lang="fr-FR" sz="4400" b="0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4:3</a:t>
            </a:r>
            <a:endParaRPr sz="4400"/>
          </a:p>
          <a:p>
            <a:pPr>
              <a:defRPr/>
            </a:pPr>
            <a:endParaRPr/>
          </a:p>
        </p:txBody>
      </p:sp>
      <p:pic>
        <p:nvPicPr>
          <p:cNvPr id="125172276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69530" y="2259852"/>
            <a:ext cx="6990958" cy="19501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972266" name=""/>
          <p:cNvSpPr txBox="1"/>
          <p:nvPr/>
        </p:nvSpPr>
        <p:spPr bwMode="auto">
          <a:xfrm flipH="0" flipV="0">
            <a:off x="1679347" y="455543"/>
            <a:ext cx="5302842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/>
              <a:t>         Exemple De PowerPoint 4:3</a:t>
            </a:r>
            <a:endParaRPr sz="2400"/>
          </a:p>
        </p:txBody>
      </p:sp>
      <p:sp>
        <p:nvSpPr>
          <p:cNvPr id="1711669470" name="Espace réservé du contenu 2"/>
          <p:cNvSpPr>
            <a:spLocks noGrp="1"/>
          </p:cNvSpPr>
          <p:nvPr/>
        </p:nvSpPr>
        <p:spPr bwMode="auto">
          <a:xfrm flipH="0" flipV="0">
            <a:off x="1575815" y="993912"/>
            <a:ext cx="6155098" cy="561643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>
            <a:lvl1pPr marL="0" indent="0" algn="ctr" defTabSz="914400">
              <a:lnSpc>
                <a:spcPct val="90000"/>
              </a:lnSpc>
              <a:spcBef>
                <a:spcPts val="999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>
              <a:buFont typeface="Arial"/>
              <a:buNone/>
              <a:defRPr/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Étape 1 </a:t>
            </a:r>
            <a:endParaRPr sz="2400"/>
          </a:p>
          <a:p>
            <a:pPr marL="0" marR="0" indent="0">
              <a:buFont typeface="Arial"/>
              <a:buNone/>
              <a:defRPr/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Éplucher et découper en morceaux 4 Golden.</a:t>
            </a:r>
            <a:endParaRPr sz="2400"/>
          </a:p>
          <a:p>
            <a:pPr marL="0" marR="0" indent="0">
              <a:buFont typeface="Arial"/>
              <a:buNone/>
              <a:defRPr/>
            </a:pPr>
            <a:endParaRPr sz="2400"/>
          </a:p>
          <a:p>
            <a:pPr marL="0" marR="0" indent="0">
              <a:buFont typeface="Arial"/>
              <a:buNone/>
              <a:defRPr/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Étape 2 </a:t>
            </a:r>
            <a:endParaRPr sz="2400"/>
          </a:p>
          <a:p>
            <a:pPr marL="0" marR="0" indent="0">
              <a:buFont typeface="Arial"/>
              <a:buNone/>
              <a:defRPr/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Faire une compote : les mettre dans une casserole avec un peu d'eau (1 verre ou 2). Bien remuer. Quand les pommes commencent à ramollir, ajouter un sachet ou un sachet et demi de sucre vanillé. Ajouter un peu d'eau si nécessaire.</a:t>
            </a:r>
            <a:endParaRPr sz="2400"/>
          </a:p>
          <a:p>
            <a:pPr marL="0" marR="0" indent="0">
              <a:defRPr/>
            </a:pPr>
            <a:endParaRPr sz="2400"/>
          </a:p>
          <a:p>
            <a:pPr marL="0" marR="0" indent="0">
              <a:buFont typeface="Arial"/>
              <a:buNone/>
              <a:defRPr/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Étape 3 </a:t>
            </a:r>
            <a:endParaRPr sz="2400"/>
          </a:p>
          <a:p>
            <a:pPr marL="0" marR="0" indent="0">
              <a:buFont typeface="Arial"/>
              <a:buNone/>
              <a:defRPr/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Vous saurez si la compote est prête une fois que les pommes ne seront plus dures du tout. Ce n'est pas grave s'il reste quelques morceaux.</a:t>
            </a:r>
            <a:endParaRPr sz="2400"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9378686" name=""/>
          <p:cNvSpPr txBox="1"/>
          <p:nvPr/>
        </p:nvSpPr>
        <p:spPr bwMode="auto">
          <a:xfrm flipH="0" flipV="0">
            <a:off x="2396122" y="517662"/>
            <a:ext cx="4232803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>
                <a:solidFill>
                  <a:schemeClr val="bg1"/>
                </a:solidFill>
              </a:rPr>
              <a:t>Exemple De PowerPoint 4:3 </a:t>
            </a:r>
            <a:endParaRPr sz="2400">
              <a:solidFill>
                <a:schemeClr val="bg1"/>
              </a:solidFill>
            </a:endParaRPr>
          </a:p>
        </p:txBody>
      </p:sp>
      <p:sp>
        <p:nvSpPr>
          <p:cNvPr id="501114626" name=""/>
          <p:cNvSpPr txBox="1"/>
          <p:nvPr/>
        </p:nvSpPr>
        <p:spPr bwMode="auto">
          <a:xfrm flipH="0" flipV="0">
            <a:off x="1684147" y="1185226"/>
            <a:ext cx="5959398" cy="48466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>
              <a:defRPr/>
            </a:pPr>
            <a:r>
              <a:rPr sz="240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Étape 4 </a:t>
            </a:r>
            <a:endParaRPr sz="2400">
              <a:solidFill>
                <a:schemeClr val="bg1"/>
              </a:solidFill>
            </a:endParaRPr>
          </a:p>
          <a:p>
            <a:pPr marL="0" marR="0" indent="0">
              <a:defRPr/>
            </a:pPr>
            <a:r>
              <a:rPr sz="240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Pendant que la compote cuit, éplucher et couper en quatre les deux dernières pommes, puis, couper les quartiers en fines lamelles (elles serviront à être posées sur la compote).</a:t>
            </a:r>
            <a:endParaRPr sz="2400">
              <a:solidFill>
                <a:schemeClr val="bg1"/>
              </a:solidFill>
            </a:endParaRPr>
          </a:p>
          <a:p>
            <a:pPr marL="0" marR="0" indent="0">
              <a:defRPr/>
            </a:pPr>
            <a:endParaRPr sz="2400">
              <a:solidFill>
                <a:schemeClr val="bg1"/>
              </a:solidFill>
            </a:endParaRPr>
          </a:p>
          <a:p>
            <a:pPr marL="0" marR="0" indent="0">
              <a:defRPr/>
            </a:pPr>
            <a:r>
              <a:rPr sz="240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Étape 5 </a:t>
            </a:r>
            <a:endParaRPr sz="2400">
              <a:solidFill>
                <a:schemeClr val="bg1"/>
              </a:solidFill>
            </a:endParaRPr>
          </a:p>
          <a:p>
            <a:pPr marL="0" marR="0" indent="0">
              <a:defRPr/>
            </a:pPr>
            <a:r>
              <a:rPr sz="240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Préchauffer le four à 210°C (thermostat 7).</a:t>
            </a:r>
            <a:endParaRPr sz="2400">
              <a:solidFill>
                <a:schemeClr val="bg1"/>
              </a:solidFill>
            </a:endParaRPr>
          </a:p>
          <a:p>
            <a:pPr marL="0" marR="0" indent="0">
              <a:defRPr/>
            </a:pPr>
            <a:endParaRPr sz="2400">
              <a:solidFill>
                <a:schemeClr val="bg1"/>
              </a:solidFill>
            </a:endParaRPr>
          </a:p>
          <a:p>
            <a:pPr marL="0" marR="0" indent="0">
              <a:defRPr/>
            </a:pPr>
            <a:r>
              <a:rPr sz="240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Étape 6 </a:t>
            </a:r>
            <a:endParaRPr sz="2400">
              <a:solidFill>
                <a:schemeClr val="bg1"/>
              </a:solidFill>
            </a:endParaRPr>
          </a:p>
          <a:p>
            <a:pPr>
              <a:defRPr/>
            </a:pPr>
            <a:r>
              <a:rPr sz="240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Laisser un peu refroidir la compote et étaler la pâte brisée dans un moule et la piquer avec une fourchette. </a:t>
            </a:r>
            <a:endParaRPr sz="24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4534639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0" y="0"/>
            <a:ext cx="9175200" cy="68538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New Office">
        <a:dk1>
          <a:sysClr val="windowText" lastClr="000000"/>
        </a:dk1>
        <a:lt1>
          <a:sysClr val="window" lastClr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ONLYOFFICE/8.3.3.21</Application>
  <PresentationFormat>On-screen Show (4:3)</PresentationFormat>
  <Paragraphs>0</Paragraphs>
  <Slides>4</Slides>
  <Notes>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Theme 1</vt:lpstr>
      <vt:lpstr>Slide 1</vt:lpstr>
      <vt:lpstr>Slide 2</vt:lpstr>
      <vt:lpstr>Slide 3</vt:lpstr>
      <vt:lpstr>Slide 4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created xsi:type="dcterms:W3CDTF">2012-12-03T06:56:55Z</dcterms:created>
  <dcterms:modified xsi:type="dcterms:W3CDTF">2026-03-10T09:13:35Z</dcterms:modified>
</cp:coreProperties>
</file>